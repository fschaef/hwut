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48640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" y="41148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Event Component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tour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HWUT 2.0  ·  vut/engine/event/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Frank-Rene Schaefer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Subsystems need to talk.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In-process, across threads, across processes, across machines.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246120"/>
            <a:ext cx="731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37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component makes that one API.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event. Subscribe to it. The transport is a factory call away.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you'll meet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252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record of something that happened.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11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167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events to subscribers by predicate.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59689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569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82549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transport between two peers.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48386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 of a Channel. Hides the transport.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142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hub of Terminals. Forwards by predicate.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 event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name = id. No enum, no registration, no schema file.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35608"/>
            <a:ext cx="75346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     import ClassVar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vut.engine.event import Event, E_EventCategory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(frozen=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kw_only=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algn="l"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EventTestResult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ClassVar[E_EventCategory] = E_EventCategory.TEST_RESULT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test_name:  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outcome:    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'pass' | 'fail' | 'skip'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duration_s: 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EventTestResult.id is "EventTestResult" automatically.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98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with the same name? EventIdCollision raised at import time — caught immediately.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for free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at construction, JSON round-trip, immutability.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35608"/>
            <a:ext cx="38770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EventTestResult(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test_name=</a:t>
            </a:r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outcome=</a:t>
            </a:r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"pass"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duration_s=</a:t>
            </a:r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325880"/>
            <a:ext cx="384048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10912" y="1435608"/>
            <a:ext cx="351129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 type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EventTestResult(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test_name=</a:t>
            </a:r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outcome=</a:t>
            </a:r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"pass"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duration_s=</a:t>
            </a:r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"fast"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ValidationError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264408"/>
            <a:ext cx="79004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 = ev.serialize()        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dict, JSON-safe, has "id" and "data"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 = Event.deserialize(wire)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-&gt; EventTestResult, type preserved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back == ev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 syntax. Pydantic TypeAdapter validation. Immutable instances. No BaseModel needed.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events: the Dispatcher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express interest. Predicates are just functions.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35608"/>
            <a:ext cx="75346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 = EventDispatcher()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by event class (most common)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dispatcher.subscribe_on_event(EventTestResult, on_test_result)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by category (everything from a subsystem)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dispatcher.subscribe_on_category(E_EventCategory.TEST_RESULT, log_queue)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by arbitrary predicate (filter on anything)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dispatcher.subscribe_on_predicate(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predicate=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ev: ev.outcome == </a:t>
            </a:r>
            <a:pPr algn="l"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"fail"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sink=alert_on_failure,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dispatcher.dispatch(ev)   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every matching subscription fires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 come in three flavours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what fits. The Dispatcher figures it 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91440" cy="2697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callback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handler(ev):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via create_task.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71600"/>
            <a:ext cx="91440" cy="2697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callback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handler(ev):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a worker thread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run_in_executor.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060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91440" cy="2697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or Terminal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5080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anything with .put_nowait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.send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immediately.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elsewhere.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loops that can't tolerate slow callbacks: construct the Dispatcher with  enforce_async_callbacks_f=True.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a thread boundary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event. Same handler. Now it travels through threads.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35608"/>
            <a:ext cx="790041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 pair of terminals connected by a thread channel.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a_ecp, b_ecp = EventChannelParameter.for_thread()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main_term  = EventTerminal(a_ecp)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worker_term = EventTerminal(b_ecp)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Subscribe on the receiving side.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main_term.dispatcher.subscribe_on_event(EventTestResult, on_test_result)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main_term.start()   # spawns the receive loop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worker_term.start()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worker thread: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worker_term.send(EventTestResult(...))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factory call (for_thread) chose the transport. The rest of your code did not change.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a process boundary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factory call changed. The Marshaller handles the wire.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35608"/>
            <a:ext cx="79004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Before: in-thread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a_ecp, b_ecp = EventChannelParameter.for_thread()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After: separate process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a_ecp, b_ecp = EventChannelParameter.</a:t>
            </a:r>
            <a:pPr algn="l"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for_process()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898648"/>
            <a:ext cx="79004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 = multiprocessing.Process(target=child_main, args=(b_ecp,))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proc.start()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parent_term = EventTerminal(a_ecp)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parent_term.start()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applies to .for_remote(host, port) for cross-machine. The Marshaller serialises events behind the scenes.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Router: one hub, many peers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WorkflowManager owns a Router. Each user_queue is a Terminal.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35608"/>
            <a:ext cx="753465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EventRouter()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A's terminal: only their workload's events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router.add_terminal(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predicate=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ev: ev.task_id 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workload_A,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terminal=term_user_A,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diagnostic sink: everything in DIAGNOSTIC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router.add_terminal(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predicate=</a:t>
            </a:r>
            <a:pPr algn="l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ev: ev.category == E_EventCategory.DIAGNOSTIC,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terminal=term_log,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router.publish(some_event)   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every matching terminal gets 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publish. Routed to each matching terminal by predicate.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to consumer, end-to-end.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463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.send(event)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2308860"/>
            <a:ext cx="237744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1691640"/>
            <a:ext cx="1463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send-side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75888" y="2308860"/>
            <a:ext cx="237744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0" y="1691640"/>
            <a:ext cx="1463040" cy="1234440"/>
          </a:xfrm>
          <a:prstGeom prst="rect">
            <a:avLst/>
          </a:prstGeom>
          <a:solidFill>
            <a:srgbClr val="EFF6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13248" y="2308860"/>
            <a:ext cx="237744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0" y="1691640"/>
            <a:ext cx="1463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receive-side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0608" y="2308860"/>
            <a:ext cx="237744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1691640"/>
            <a:ext cx="1463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fans 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(may serialise)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loop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handlers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 changes per transport (Async, Thread, Process, Remote). Everything else is the same code.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default doesn't fit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places to override, each cleanly scoped.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53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wire format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8348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Marshaller._SPECIALISTS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Per-id serialise/deserialise pair.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compression or third-party schemas.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78638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59152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32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transport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EventChannel subclass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7063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send/receive/close.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transport plugs into the existing Terminal.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78638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38144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11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3529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subscribe_on_predicate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8496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 any combination of event fields.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membership, source identity, etc.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NOT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part of the contract. Don't ask it to do these.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35024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1673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98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event log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durable storage. Events live until consumed and then they're gone.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12264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97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0756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cross-build replay system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ids are class names. Renames break compatibility — by design.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89504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7121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52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boundary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authentication, no encryption built-in. Layer those on top if needed.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66744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4845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630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back-pressure manager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fill, callbacks drop. Manage rate at the producer or sink.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scope. Trust earned by saying no clearly.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Self-contained. Copy, run, change.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89888"/>
            <a:ext cx="808329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     import ClassVar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vut.engine.event import (Event, E_EventCategory,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EventTerminal, EventChannelParameter)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(frozen=</a:t>
            </a:r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kw_only=</a:t>
            </a:r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EventTestResult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ClassVar[E_EventCategory] = E_EventCategory.TEST_RESULT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test_name: </a:t>
            </a:r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outcome: </a:t>
            </a:r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duration_s: </a:t>
            </a:r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EventChannelParameter.for_thread()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main_t, worker_t = EventTerminal(a), EventTerminal(b)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on_result(ev): </a:t>
            </a:r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main_t.dispatcher.subscribe_on_event(EventTestResult, on_result)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main_t.start(); </a:t>
            </a:r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worker_t.start()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worker_t.send(EventTestResult(test_name=</a:t>
            </a:r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"t1"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outcome=</a:t>
            </a:r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"pass"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duration_s=</a:t>
            </a:r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asyncio.sleep(</a:t>
            </a:r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asyncio.run(main())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VUT — Event Component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look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vut/engine/event/README.txt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reference. Architecture, file layout, key concepts.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50592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1343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vut/engine/event/DISCUSSIONS.txt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decisions were made. Twelve decisions, full rationale.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63824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2666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vut/engine/event/TEST/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34670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Twenty-four worked examples. Copy a test and modify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398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vut/engine/event/events.py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0599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 Event subclasses. Models for your own.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EventYours(Event)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Event Component</dc:title>
  <dc:subject>PptxGenJS Presentation</dc:subject>
  <dc:creator>Frank-Rene Schaefer</dc:creator>
  <cp:lastModifiedBy>Frank-Rene Schaefer</cp:lastModifiedBy>
  <cp:revision>1</cp:revision>
  <dcterms:created xsi:type="dcterms:W3CDTF">2026-05-18T20:35:26Z</dcterms:created>
  <dcterms:modified xsi:type="dcterms:W3CDTF">2026-05-18T20:35:26Z</dcterms:modified>
</cp:coreProperties>
</file>